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 Bold Italics" panose="020B0604020202020204" charset="0"/>
      <p:regular r:id="rId13"/>
    </p:embeddedFont>
    <p:embeddedFont>
      <p:font typeface="Maven Pro Bold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52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20392" y="1288751"/>
            <a:ext cx="8247217" cy="151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sz="8805" b="1">
                <a:solidFill>
                  <a:srgbClr val="17171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 PROJECT: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51416" y="4682803"/>
            <a:ext cx="11540778" cy="289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74"/>
              </a:lnSpc>
            </a:pPr>
            <a:r>
              <a:rPr lang="en-US" sz="16553" b="1" i="1">
                <a:solidFill>
                  <a:srgbClr val="171717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User guide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1416" y="2282898"/>
            <a:ext cx="10548611" cy="184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00"/>
              </a:lnSpc>
            </a:pPr>
            <a:r>
              <a:rPr lang="en-US" sz="10214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Alberto Clocks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461769" y="768644"/>
            <a:ext cx="19211538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 PROJECT GROUP MEMBERS </a:t>
            </a:r>
          </a:p>
        </p:txBody>
      </p:sp>
      <p:sp>
        <p:nvSpPr>
          <p:cNvPr id="8" name="AutoShape 8"/>
          <p:cNvSpPr/>
          <p:nvPr/>
        </p:nvSpPr>
        <p:spPr>
          <a:xfrm>
            <a:off x="3340188" y="2610590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3316375" y="2581918"/>
            <a:ext cx="23812" cy="580340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3364000" y="3792498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3340188" y="8385418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14381690" y="2610590"/>
            <a:ext cx="23812" cy="580340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3364000" y="493232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3364000" y="608167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3364000" y="7231022"/>
            <a:ext cx="11041503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8782887" y="2638638"/>
            <a:ext cx="0" cy="57753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3881818" y="2782848"/>
            <a:ext cx="454119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Name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32816" y="2734819"/>
            <a:ext cx="335019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49052" y="3840123"/>
            <a:ext cx="3806726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Tooba Khan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3006" y="4979947"/>
            <a:ext cx="210182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Alvina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02423" y="6129297"/>
            <a:ext cx="337490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Yusra Ilyas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06797" y="7280155"/>
            <a:ext cx="4025131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Urooj Fatima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87419" y="8324094"/>
            <a:ext cx="10641037" cy="778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  <a:spcBef>
                <a:spcPct val="0"/>
              </a:spcBef>
            </a:pPr>
            <a:r>
              <a:rPr lang="en-US" sz="4539" b="1" dirty="0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Faculty Name: Sir Maaz Rahim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77337" y="9012740"/>
            <a:ext cx="12387333" cy="81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4542" b="1" dirty="0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Coordinator Name: Miss Ashna Nasir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38B49A-49AF-67FF-8C3B-33C777911B71}"/>
              </a:ext>
            </a:extLst>
          </p:cNvPr>
          <p:cNvSpPr txBox="1"/>
          <p:nvPr/>
        </p:nvSpPr>
        <p:spPr>
          <a:xfrm>
            <a:off x="9225308" y="6311592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Student1729666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618705-CE82-9D93-E42B-BC279AAEB244}"/>
              </a:ext>
            </a:extLst>
          </p:cNvPr>
          <p:cNvSpPr txBox="1"/>
          <p:nvPr/>
        </p:nvSpPr>
        <p:spPr>
          <a:xfrm>
            <a:off x="9229964" y="5138401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Student1731026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26C0DD-0B79-CD23-FEB6-312E7DB2BD02}"/>
              </a:ext>
            </a:extLst>
          </p:cNvPr>
          <p:cNvSpPr txBox="1"/>
          <p:nvPr/>
        </p:nvSpPr>
        <p:spPr>
          <a:xfrm>
            <a:off x="9229965" y="3946012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Student1729672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DC0442-DC27-6D93-F933-FB3C30CFB3DA}"/>
              </a:ext>
            </a:extLst>
          </p:cNvPr>
          <p:cNvSpPr txBox="1"/>
          <p:nvPr/>
        </p:nvSpPr>
        <p:spPr>
          <a:xfrm>
            <a:off x="9229963" y="7432728"/>
            <a:ext cx="5920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Student1730903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NAVBAR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0F7357-1AFE-D8AE-96F6-2AFD120DF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74458"/>
            <a:ext cx="16459200" cy="21834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HOME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812A0E-36B4-8712-6612-043BDB40C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171700"/>
            <a:ext cx="13766889" cy="6718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ABOUT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239D19-D40E-F734-DA31-461ADAAFC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126" y="2095500"/>
            <a:ext cx="14427747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SERVICE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768A03-CD88-DE22-83D6-CDF78F405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47900"/>
            <a:ext cx="14645093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PRODUCTS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3F7B2E-0D7F-3063-E459-DAC352D57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2171700"/>
            <a:ext cx="14478000" cy="72492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CONTACT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BEB4E-888B-D1C2-82DE-D91CFB9BA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2095500"/>
            <a:ext cx="14295654" cy="70268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LOGIN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BF90F-5356-7ECB-E21E-A366D3E72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019300"/>
            <a:ext cx="14791769" cy="72289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26259" y="33201"/>
            <a:ext cx="1143548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FOOTER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EF9C93-982D-ECF4-F752-F5BE29C11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177380"/>
            <a:ext cx="16078200" cy="65056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47914" y="3553381"/>
            <a:ext cx="13340632" cy="244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0"/>
              </a:lnSpc>
            </a:pPr>
            <a:r>
              <a:rPr lang="en-US" sz="14243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</Words>
  <Application>Microsoft Office PowerPoint</Application>
  <PresentationFormat>Custom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Poppins</vt:lpstr>
      <vt:lpstr>Arial</vt:lpstr>
      <vt:lpstr>Maven Pro Bold</vt:lpstr>
      <vt:lpstr>Poppins Bold</vt:lpstr>
      <vt:lpstr>Calibri</vt:lpstr>
      <vt:lpstr>Arimo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project</dc:title>
  <cp:lastModifiedBy>asp</cp:lastModifiedBy>
  <cp:revision>4</cp:revision>
  <dcterms:created xsi:type="dcterms:W3CDTF">2006-08-16T00:00:00Z</dcterms:created>
  <dcterms:modified xsi:type="dcterms:W3CDTF">2026-09-29T14:39:21Z</dcterms:modified>
  <dc:identifier>DAHWgzPVwzQ</dc:identifier>
</cp:coreProperties>
</file>