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 Bold Italics" panose="020B0604020202020204" charset="0"/>
      <p:regular r:id="rId14"/>
    </p:embeddedFont>
    <p:embeddedFont>
      <p:font typeface="Maven Pro Bold" panose="020B0604020202020204" charset="0"/>
      <p:regular r:id="rId15"/>
    </p:embeddedFont>
    <p:embeddedFont>
      <p:font typeface="Poppins" panose="00000500000000000000" pitchFamily="2" charset="0"/>
      <p:regular r:id="rId16"/>
    </p:embeddedFont>
    <p:embeddedFont>
      <p:font typeface="Poppins Bold" panose="00000800000000000000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528" y="-9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05177" y="6023399"/>
            <a:ext cx="4190896" cy="4458400"/>
          </a:xfrm>
          <a:custGeom>
            <a:avLst/>
            <a:gdLst/>
            <a:ahLst/>
            <a:cxnLst/>
            <a:rect l="l" t="t" r="r" b="b"/>
            <a:pathLst>
              <a:path w="4190896" h="4458400">
                <a:moveTo>
                  <a:pt x="0" y="0"/>
                </a:moveTo>
                <a:lnTo>
                  <a:pt x="4190896" y="0"/>
                </a:lnTo>
                <a:lnTo>
                  <a:pt x="4190896" y="4458400"/>
                </a:lnTo>
                <a:lnTo>
                  <a:pt x="0" y="4458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3994197" y="-194729"/>
            <a:ext cx="4188696" cy="4456059"/>
          </a:xfrm>
          <a:custGeom>
            <a:avLst/>
            <a:gdLst/>
            <a:ahLst/>
            <a:cxnLst/>
            <a:rect l="l" t="t" r="r" b="b"/>
            <a:pathLst>
              <a:path w="4188696" h="4456059">
                <a:moveTo>
                  <a:pt x="4188696" y="4456060"/>
                </a:moveTo>
                <a:lnTo>
                  <a:pt x="0" y="4456060"/>
                </a:lnTo>
                <a:lnTo>
                  <a:pt x="0" y="0"/>
                </a:lnTo>
                <a:lnTo>
                  <a:pt x="4188696" y="0"/>
                </a:lnTo>
                <a:lnTo>
                  <a:pt x="4188696" y="44560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20392" y="1288751"/>
            <a:ext cx="8247217" cy="151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7"/>
              </a:lnSpc>
            </a:pPr>
            <a:r>
              <a:rPr lang="en-US" sz="8805" b="1">
                <a:solidFill>
                  <a:srgbClr val="17171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E PROJECT: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09658" y="4909536"/>
            <a:ext cx="16314546" cy="2576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3"/>
              </a:lnSpc>
            </a:pPr>
            <a:r>
              <a:rPr lang="en-US" sz="14731" b="1" i="1">
                <a:solidFill>
                  <a:srgbClr val="171717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Developer Guide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51416" y="2282898"/>
            <a:ext cx="10548611" cy="184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00"/>
              </a:lnSpc>
            </a:pPr>
            <a:r>
              <a:rPr lang="en-US" sz="10214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Alberto Clocks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4B4C278C-2E77-749A-FD9D-4F02C3278CFC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FC91624-78EE-EA72-33ED-A7EB0D18A080}"/>
              </a:ext>
            </a:extLst>
          </p:cNvPr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F4BAF101-8360-10F4-3623-C9D336A910B0}"/>
              </a:ext>
            </a:extLst>
          </p:cNvPr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E0013B6C-1B3A-2B13-5B33-BAF83E7F3C27}"/>
              </a:ext>
            </a:extLst>
          </p:cNvPr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F9C591C6-89DC-C431-9815-6DA6BF0C5175}"/>
              </a:ext>
            </a:extLst>
          </p:cNvPr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24DA4AD-B51F-C849-113D-226ECC104D70}"/>
              </a:ext>
            </a:extLst>
          </p:cNvPr>
          <p:cNvSpPr txBox="1"/>
          <p:nvPr/>
        </p:nvSpPr>
        <p:spPr>
          <a:xfrm>
            <a:off x="-461769" y="768644"/>
            <a:ext cx="19211538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E PROJECT GROUP MEMBERS </a:t>
            </a:r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2F8670BA-291A-3F39-1433-8758C512E1BC}"/>
              </a:ext>
            </a:extLst>
          </p:cNvPr>
          <p:cNvSpPr/>
          <p:nvPr/>
        </p:nvSpPr>
        <p:spPr>
          <a:xfrm>
            <a:off x="3340188" y="2610590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24F27A23-F8F2-25EF-BC8B-6028F9AF6512}"/>
              </a:ext>
            </a:extLst>
          </p:cNvPr>
          <p:cNvSpPr/>
          <p:nvPr/>
        </p:nvSpPr>
        <p:spPr>
          <a:xfrm flipV="1">
            <a:off x="3316375" y="2581918"/>
            <a:ext cx="23812" cy="580340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0">
            <a:extLst>
              <a:ext uri="{FF2B5EF4-FFF2-40B4-BE49-F238E27FC236}">
                <a16:creationId xmlns:a16="http://schemas.microsoft.com/office/drawing/2014/main" id="{6211C45D-4BBB-88DC-C857-78AC6DFA1609}"/>
              </a:ext>
            </a:extLst>
          </p:cNvPr>
          <p:cNvSpPr/>
          <p:nvPr/>
        </p:nvSpPr>
        <p:spPr>
          <a:xfrm>
            <a:off x="3364000" y="3792498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11">
            <a:extLst>
              <a:ext uri="{FF2B5EF4-FFF2-40B4-BE49-F238E27FC236}">
                <a16:creationId xmlns:a16="http://schemas.microsoft.com/office/drawing/2014/main" id="{D660DAE2-08F6-FDBD-191C-9953BB4613FC}"/>
              </a:ext>
            </a:extLst>
          </p:cNvPr>
          <p:cNvSpPr/>
          <p:nvPr/>
        </p:nvSpPr>
        <p:spPr>
          <a:xfrm>
            <a:off x="3340188" y="8385418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AED83C65-55A9-ADE8-0C1A-3594AFFFCA1B}"/>
              </a:ext>
            </a:extLst>
          </p:cNvPr>
          <p:cNvSpPr/>
          <p:nvPr/>
        </p:nvSpPr>
        <p:spPr>
          <a:xfrm flipV="1">
            <a:off x="14381690" y="2610590"/>
            <a:ext cx="23812" cy="580340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13">
            <a:extLst>
              <a:ext uri="{FF2B5EF4-FFF2-40B4-BE49-F238E27FC236}">
                <a16:creationId xmlns:a16="http://schemas.microsoft.com/office/drawing/2014/main" id="{04C109FF-E125-A336-34A7-0B32BAD93AB3}"/>
              </a:ext>
            </a:extLst>
          </p:cNvPr>
          <p:cNvSpPr/>
          <p:nvPr/>
        </p:nvSpPr>
        <p:spPr>
          <a:xfrm>
            <a:off x="3364000" y="4932322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14">
            <a:extLst>
              <a:ext uri="{FF2B5EF4-FFF2-40B4-BE49-F238E27FC236}">
                <a16:creationId xmlns:a16="http://schemas.microsoft.com/office/drawing/2014/main" id="{65F10F7B-4E2C-4EFB-2595-F96C85E10A59}"/>
              </a:ext>
            </a:extLst>
          </p:cNvPr>
          <p:cNvSpPr/>
          <p:nvPr/>
        </p:nvSpPr>
        <p:spPr>
          <a:xfrm>
            <a:off x="3364000" y="6081672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15">
            <a:extLst>
              <a:ext uri="{FF2B5EF4-FFF2-40B4-BE49-F238E27FC236}">
                <a16:creationId xmlns:a16="http://schemas.microsoft.com/office/drawing/2014/main" id="{074A3452-F3CA-506C-5D9B-8BBC48CB16B0}"/>
              </a:ext>
            </a:extLst>
          </p:cNvPr>
          <p:cNvSpPr/>
          <p:nvPr/>
        </p:nvSpPr>
        <p:spPr>
          <a:xfrm>
            <a:off x="3364000" y="7231022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92736687-5A2A-A78A-E9F3-9750762AA099}"/>
              </a:ext>
            </a:extLst>
          </p:cNvPr>
          <p:cNvSpPr/>
          <p:nvPr/>
        </p:nvSpPr>
        <p:spPr>
          <a:xfrm flipV="1">
            <a:off x="8782887" y="2638638"/>
            <a:ext cx="0" cy="577535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71F77320-16A2-AFB1-9402-DA2FB4DC3725}"/>
              </a:ext>
            </a:extLst>
          </p:cNvPr>
          <p:cNvSpPr txBox="1"/>
          <p:nvPr/>
        </p:nvSpPr>
        <p:spPr>
          <a:xfrm>
            <a:off x="3881818" y="2782848"/>
            <a:ext cx="4541193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Students Name</a:t>
            </a: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A3E85971-BE3A-5286-6DDB-24D050FEAED1}"/>
              </a:ext>
            </a:extLst>
          </p:cNvPr>
          <p:cNvSpPr txBox="1"/>
          <p:nvPr/>
        </p:nvSpPr>
        <p:spPr>
          <a:xfrm>
            <a:off x="9732816" y="2734819"/>
            <a:ext cx="3350196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Students ID</a:t>
            </a:r>
          </a:p>
        </p:txBody>
      </p:sp>
      <p:sp>
        <p:nvSpPr>
          <p:cNvPr id="37" name="TextBox 19">
            <a:extLst>
              <a:ext uri="{FF2B5EF4-FFF2-40B4-BE49-F238E27FC236}">
                <a16:creationId xmlns:a16="http://schemas.microsoft.com/office/drawing/2014/main" id="{1CD9DF78-38F9-B91C-F10C-E0165AF331C8}"/>
              </a:ext>
            </a:extLst>
          </p:cNvPr>
          <p:cNvSpPr txBox="1"/>
          <p:nvPr/>
        </p:nvSpPr>
        <p:spPr>
          <a:xfrm>
            <a:off x="4249052" y="3840123"/>
            <a:ext cx="3806726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Tooba Khan</a:t>
            </a:r>
          </a:p>
        </p:txBody>
      </p:sp>
      <p:sp>
        <p:nvSpPr>
          <p:cNvPr id="39" name="TextBox 20">
            <a:extLst>
              <a:ext uri="{FF2B5EF4-FFF2-40B4-BE49-F238E27FC236}">
                <a16:creationId xmlns:a16="http://schemas.microsoft.com/office/drawing/2014/main" id="{C6C3D3FD-14C6-C764-E02F-16170E667DE6}"/>
              </a:ext>
            </a:extLst>
          </p:cNvPr>
          <p:cNvSpPr txBox="1"/>
          <p:nvPr/>
        </p:nvSpPr>
        <p:spPr>
          <a:xfrm>
            <a:off x="5013006" y="4979947"/>
            <a:ext cx="210182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Alvina </a:t>
            </a:r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0A8254B0-4BDF-60DA-5095-CBB203D51314}"/>
              </a:ext>
            </a:extLst>
          </p:cNvPr>
          <p:cNvSpPr txBox="1"/>
          <p:nvPr/>
        </p:nvSpPr>
        <p:spPr>
          <a:xfrm>
            <a:off x="4202423" y="6129297"/>
            <a:ext cx="3374901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Yusra Ilyas</a:t>
            </a: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4C77065F-6DFD-7431-4AAE-DF9E301DAC7A}"/>
              </a:ext>
            </a:extLst>
          </p:cNvPr>
          <p:cNvSpPr txBox="1"/>
          <p:nvPr/>
        </p:nvSpPr>
        <p:spPr>
          <a:xfrm>
            <a:off x="4006797" y="7280155"/>
            <a:ext cx="4025131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Urooj Fatima</a:t>
            </a:r>
          </a:p>
        </p:txBody>
      </p:sp>
      <p:sp>
        <p:nvSpPr>
          <p:cNvPr id="45" name="TextBox 23">
            <a:extLst>
              <a:ext uri="{FF2B5EF4-FFF2-40B4-BE49-F238E27FC236}">
                <a16:creationId xmlns:a16="http://schemas.microsoft.com/office/drawing/2014/main" id="{F80929DB-7434-2523-2592-E5EABCD42BF4}"/>
              </a:ext>
            </a:extLst>
          </p:cNvPr>
          <p:cNvSpPr txBox="1"/>
          <p:nvPr/>
        </p:nvSpPr>
        <p:spPr>
          <a:xfrm>
            <a:off x="3387419" y="8324094"/>
            <a:ext cx="10641037" cy="778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55"/>
              </a:lnSpc>
              <a:spcBef>
                <a:spcPct val="0"/>
              </a:spcBef>
            </a:pPr>
            <a:r>
              <a:rPr lang="en-US" sz="4539" b="1" dirty="0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Faculty Name: Sir Maaz Rahim</a:t>
            </a:r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9D8EA595-195C-B07C-1C2C-A99A86F96633}"/>
              </a:ext>
            </a:extLst>
          </p:cNvPr>
          <p:cNvSpPr txBox="1"/>
          <p:nvPr/>
        </p:nvSpPr>
        <p:spPr>
          <a:xfrm>
            <a:off x="3377337" y="9012740"/>
            <a:ext cx="12387333" cy="81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9"/>
              </a:lnSpc>
              <a:spcBef>
                <a:spcPct val="0"/>
              </a:spcBef>
            </a:pPr>
            <a:r>
              <a:rPr lang="en-US" sz="4542" b="1" dirty="0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Coordinator Name: Miss Ashna Nasir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A6B40F-AA45-5985-7573-6590088D434F}"/>
              </a:ext>
            </a:extLst>
          </p:cNvPr>
          <p:cNvSpPr txBox="1"/>
          <p:nvPr/>
        </p:nvSpPr>
        <p:spPr>
          <a:xfrm>
            <a:off x="9225308" y="6311592"/>
            <a:ext cx="59200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Student1729666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CC2F04-61B2-3720-E8A6-49754CA16B8F}"/>
              </a:ext>
            </a:extLst>
          </p:cNvPr>
          <p:cNvSpPr txBox="1"/>
          <p:nvPr/>
        </p:nvSpPr>
        <p:spPr>
          <a:xfrm>
            <a:off x="9229964" y="5138401"/>
            <a:ext cx="59200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Student1731026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B97743-5149-E4CC-E025-176BF6E654DA}"/>
              </a:ext>
            </a:extLst>
          </p:cNvPr>
          <p:cNvSpPr txBox="1"/>
          <p:nvPr/>
        </p:nvSpPr>
        <p:spPr>
          <a:xfrm>
            <a:off x="9229965" y="3946012"/>
            <a:ext cx="59200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Student1729672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F26735-D3AD-09C1-D409-CB0013AA5F63}"/>
              </a:ext>
            </a:extLst>
          </p:cNvPr>
          <p:cNvSpPr txBox="1"/>
          <p:nvPr/>
        </p:nvSpPr>
        <p:spPr>
          <a:xfrm>
            <a:off x="9229963" y="7432728"/>
            <a:ext cx="59200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Student1730903</a:t>
            </a:r>
          </a:p>
        </p:txBody>
      </p:sp>
    </p:spTree>
    <p:extLst>
      <p:ext uri="{BB962C8B-B14F-4D97-AF65-F5344CB8AC3E}">
        <p14:creationId xmlns:p14="http://schemas.microsoft.com/office/powerpoint/2010/main" val="2125764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7000" y="-723900"/>
            <a:ext cx="11435483" cy="149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5400" b="1" dirty="0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NAVBAR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124290-A228-A545-1582-0D2FC6019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6258" y="771125"/>
            <a:ext cx="9908741" cy="9325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-558462"/>
            <a:ext cx="11435483" cy="1621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5400" b="1" dirty="0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HOME</a:t>
            </a:r>
            <a:r>
              <a:rPr lang="en-US" sz="9999" b="1" dirty="0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</a:t>
            </a:r>
            <a:r>
              <a:rPr lang="en-US" sz="5400" b="1" dirty="0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2DD53D-0BD7-3DB8-8106-51CB71904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952500"/>
            <a:ext cx="11435483" cy="93344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-558466"/>
            <a:ext cx="11435483" cy="149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5400" b="1" dirty="0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ABOUT PAGE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09928B-FA96-5635-CC3E-C659EF7C2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997606"/>
            <a:ext cx="8991600" cy="92893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-737765"/>
            <a:ext cx="11435483" cy="149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5400" b="1" dirty="0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SERVICES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722CDB-202C-D6D8-D6FF-19E977EDC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1" y="818307"/>
            <a:ext cx="6858000" cy="92019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-648108"/>
            <a:ext cx="11435483" cy="149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5400" b="1" dirty="0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PRODUCT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F0E77E-9BFB-B36D-01F4-A6E02B4FA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275" y="846917"/>
            <a:ext cx="8008540" cy="94400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-723900"/>
            <a:ext cx="11435483" cy="149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5400" b="1" dirty="0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CONTACT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C9E6FA-5F34-AA2C-55C9-C313A8E25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0" y="771125"/>
            <a:ext cx="7443787" cy="9172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8575" y="3320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90800" y="-791551"/>
            <a:ext cx="11435483" cy="149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5400" b="1" dirty="0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LOGIN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FB3C0E-4125-2339-A1BD-C6756B8FA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797721"/>
            <a:ext cx="7119937" cy="94560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32569" y="-755695"/>
            <a:ext cx="11435483" cy="149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5400" b="1" dirty="0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FOOTER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3A5A35-0773-0D54-B2E1-6C4D3FC42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948" y="800378"/>
            <a:ext cx="7672052" cy="95476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461769" y="768644"/>
            <a:ext cx="19211538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MEMBERS CONTRIBUTION </a:t>
            </a:r>
          </a:p>
        </p:txBody>
      </p:sp>
      <p:sp>
        <p:nvSpPr>
          <p:cNvPr id="8" name="AutoShape 8"/>
          <p:cNvSpPr/>
          <p:nvPr/>
        </p:nvSpPr>
        <p:spPr>
          <a:xfrm>
            <a:off x="3340188" y="2610590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3316375" y="2581918"/>
            <a:ext cx="23812" cy="580340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3364000" y="3792498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3340188" y="8385418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14381690" y="2610590"/>
            <a:ext cx="23812" cy="580340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3364000" y="4932322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3364000" y="6081672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3364000" y="7231022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8782887" y="2638638"/>
            <a:ext cx="0" cy="577535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2572013" y="2782848"/>
            <a:ext cx="7160803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Name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5864" y="2734819"/>
            <a:ext cx="4384101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Page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49052" y="3840123"/>
            <a:ext cx="3806726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Tooba Khan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13006" y="4979947"/>
            <a:ext cx="210182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Alvina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02423" y="6129297"/>
            <a:ext cx="3374901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Yusra Ilyas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06797" y="7280155"/>
            <a:ext cx="4025131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Urooj Fatima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4EAE72-1E99-6F68-BDE0-87E84566E7CE}"/>
              </a:ext>
            </a:extLst>
          </p:cNvPr>
          <p:cNvSpPr txBox="1"/>
          <p:nvPr/>
        </p:nvSpPr>
        <p:spPr>
          <a:xfrm>
            <a:off x="9144000" y="3848100"/>
            <a:ext cx="48949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HOME , PRODUCT &amp; LOGIN PAGE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42D367-5576-9198-37DC-360C4BBE0585}"/>
              </a:ext>
            </a:extLst>
          </p:cNvPr>
          <p:cNvSpPr txBox="1"/>
          <p:nvPr/>
        </p:nvSpPr>
        <p:spPr>
          <a:xfrm>
            <a:off x="9224044" y="6459832"/>
            <a:ext cx="4894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SERVICES PAGE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B923A8-047A-D7D8-1DBD-D376AD1E140A}"/>
              </a:ext>
            </a:extLst>
          </p:cNvPr>
          <p:cNvSpPr txBox="1"/>
          <p:nvPr/>
        </p:nvSpPr>
        <p:spPr>
          <a:xfrm>
            <a:off x="9144000" y="5228443"/>
            <a:ext cx="4894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ABOUT &amp; CONTACT PAGE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196E52-7E9C-58AB-A59D-217133F3A641}"/>
              </a:ext>
            </a:extLst>
          </p:cNvPr>
          <p:cNvSpPr txBox="1"/>
          <p:nvPr/>
        </p:nvSpPr>
        <p:spPr>
          <a:xfrm>
            <a:off x="9224044" y="7584998"/>
            <a:ext cx="4894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CONTACT PAGE &amp; FOOTER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47914" y="3553381"/>
            <a:ext cx="13340632" cy="244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40"/>
              </a:lnSpc>
            </a:pPr>
            <a:r>
              <a:rPr lang="en-US" sz="14243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 rot="5400000">
            <a:off x="105177" y="6023399"/>
            <a:ext cx="4190896" cy="4458400"/>
          </a:xfrm>
          <a:custGeom>
            <a:avLst/>
            <a:gdLst/>
            <a:ahLst/>
            <a:cxnLst/>
            <a:rect l="l" t="t" r="r" b="b"/>
            <a:pathLst>
              <a:path w="4190896" h="4458400">
                <a:moveTo>
                  <a:pt x="0" y="0"/>
                </a:moveTo>
                <a:lnTo>
                  <a:pt x="4190896" y="0"/>
                </a:lnTo>
                <a:lnTo>
                  <a:pt x="4190896" y="4458400"/>
                </a:lnTo>
                <a:lnTo>
                  <a:pt x="0" y="4458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 flipH="1" flipV="1">
            <a:off x="13994197" y="-194729"/>
            <a:ext cx="4188696" cy="4456059"/>
          </a:xfrm>
          <a:custGeom>
            <a:avLst/>
            <a:gdLst/>
            <a:ahLst/>
            <a:cxnLst/>
            <a:rect l="l" t="t" r="r" b="b"/>
            <a:pathLst>
              <a:path w="4188696" h="4456059">
                <a:moveTo>
                  <a:pt x="4188696" y="4456060"/>
                </a:moveTo>
                <a:lnTo>
                  <a:pt x="0" y="4456060"/>
                </a:lnTo>
                <a:lnTo>
                  <a:pt x="0" y="0"/>
                </a:lnTo>
                <a:lnTo>
                  <a:pt x="4188696" y="0"/>
                </a:lnTo>
                <a:lnTo>
                  <a:pt x="4188696" y="44560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81</Words>
  <Application>Microsoft Office PowerPoint</Application>
  <PresentationFormat>Custom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Maven Pro Bold</vt:lpstr>
      <vt:lpstr>Poppins Bold</vt:lpstr>
      <vt:lpstr>Calibri</vt:lpstr>
      <vt:lpstr>Arimo Bold Italics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 project</dc:title>
  <cp:lastModifiedBy>asp</cp:lastModifiedBy>
  <cp:revision>4</cp:revision>
  <dcterms:created xsi:type="dcterms:W3CDTF">2006-08-16T00:00:00Z</dcterms:created>
  <dcterms:modified xsi:type="dcterms:W3CDTF">2026-09-29T15:30:28Z</dcterms:modified>
  <dc:identifier>DAHWgzPVwzQ</dc:identifier>
</cp:coreProperties>
</file>